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8" r:id="rId6"/>
    <p:sldId id="260" r:id="rId7"/>
    <p:sldId id="261" r:id="rId8"/>
    <p:sldId id="265" r:id="rId9"/>
    <p:sldId id="269" r:id="rId10"/>
    <p:sldId id="266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7" y="2533418"/>
            <a:ext cx="7766936" cy="536954"/>
          </a:xfrm>
        </p:spPr>
        <p:txBody>
          <a:bodyPr/>
          <a:lstStyle/>
          <a:p>
            <a:pPr algn="l"/>
            <a:r>
              <a:rPr lang="ru-RU" dirty="0"/>
              <a:t>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Учреждение образования</a:t>
            </a:r>
          </a:p>
          <a:p>
            <a:pPr algn="ctr"/>
            <a:r>
              <a:rPr lang="ru-RU" dirty="0"/>
              <a:t>«Минский государственный колледж цифровых технологий»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2660" y="3244334"/>
            <a:ext cx="8190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РАЗРАБОТКА ПРИЛОЖЕНИЯ «</a:t>
            </a:r>
            <a:r>
              <a:rPr lang="en-US" sz="2800" dirty="0"/>
              <a:t>CALORIE TRACKER»</a:t>
            </a:r>
            <a:endParaRPr lang="ru-R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Минск, </a:t>
            </a:r>
            <a:r>
              <a:rPr lang="ru-RU" sz="1400" dirty="0" smtClean="0"/>
              <a:t>2026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6227057"/>
            <a:ext cx="3585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Разработал</a:t>
            </a:r>
            <a:r>
              <a:rPr lang="ru-RU" dirty="0" smtClean="0"/>
              <a:t>: </a:t>
            </a:r>
            <a:r>
              <a:rPr lang="ru-RU" dirty="0" err="1" smtClean="0"/>
              <a:t>Рудь</a:t>
            </a:r>
            <a:r>
              <a:rPr lang="ru-RU" dirty="0" smtClean="0"/>
              <a:t> А.С.</a:t>
            </a:r>
            <a:endParaRPr lang="ru-RU" dirty="0"/>
          </a:p>
          <a:p>
            <a:r>
              <a:rPr lang="ru-RU" dirty="0"/>
              <a:t>Руководитель: </a:t>
            </a:r>
            <a:r>
              <a:rPr lang="ru-RU" dirty="0" err="1" smtClean="0"/>
              <a:t>Федкевич</a:t>
            </a:r>
            <a:r>
              <a:rPr lang="ru-RU" dirty="0" smtClean="0"/>
              <a:t> Д. 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978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ИНФОРМАЦИОННАЯ БАЗА ПРОЕКТА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ru-RU" dirty="0"/>
              <a:t>Цель: создание программного приложения на тему «Дневник питания и подсчёт калорий»</a:t>
            </a:r>
          </a:p>
          <a:p>
            <a:pPr algn="just"/>
            <a:r>
              <a:rPr lang="ru-RU" dirty="0"/>
              <a:t>Задача: разработка приложения, позволяющего вести учёт питания и рассчитывать суточную норму калорий и БЖУ.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ru-RU" dirty="0"/>
              <a:t>Благодаря этому приложению пользователь сможет быстро рассчитать суточную норму калорий по формуле Миффлина-Сан Жеора, вести дневник питания и отслеживать соотношение КБЖУ. Приложение позволяет искать продукты по названию, пополнять общую базу продуктов и просматривать историю питания за прошлые дни.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ПРОГРАММЫ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Заключается в том, что неправильное питание входит в число основных причин развития сердечно-сосудистых заболеваний, сахарного диабета, ожирения и других метаболических нарушений, поэтому осознанный подход к рациону приобретает особую значимость.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Также данное приложение имеет интуитивно понятный консольный интерфейс с числовыми пунктами выбора, который позволяет использовать данный курсовой проект даже человеку, не обладающему особыми навыками в управлении компьютером.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ТРЕБОВАНИЯ, ПРЕДЪЯВЛЯЕМЫЕ К ПРОДУКТАМ ПОДОБНОГО ВИДА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Удобный и понятный интерфейс</a:t>
            </a:r>
          </a:p>
          <a:p>
            <a:pPr algn="just"/>
            <a:r>
              <a:rPr lang="ru-RU" dirty="0"/>
              <a:t>Низкие системные требования к компьютеру</a:t>
            </a:r>
          </a:p>
          <a:p>
            <a:pPr algn="just"/>
            <a:r>
              <a:rPr lang="ru-RU" dirty="0"/>
              <a:t>Малое время обучения работе с приложением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6800" y="608400"/>
            <a:ext cx="87589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Данная программа будет выполнять следующие функции: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3" name="Объект 2"/>
          <p:cNvSpPr txBox="1"/>
          <p:nvPr/>
        </p:nvSpPr>
        <p:spPr>
          <a:xfrm>
            <a:off x="676800" y="1254731"/>
            <a:ext cx="8596668" cy="388077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Регистрация и авторизация пользователя</a:t>
            </a:r>
          </a:p>
          <a:p>
            <a:pPr algn="just"/>
            <a:r>
              <a:rPr lang="ru-RU" dirty="0"/>
              <a:t>Расчёт суточной нормы калорий (TDEE) и БЖУ</a:t>
            </a:r>
          </a:p>
          <a:p>
            <a:pPr algn="just"/>
            <a:r>
              <a:rPr lang="ru-RU" dirty="0"/>
              <a:t>Поиск продуктов по названию в базе данных</a:t>
            </a:r>
          </a:p>
          <a:p>
            <a:pPr algn="just"/>
            <a:r>
              <a:rPr lang="ru-RU" dirty="0"/>
              <a:t>Добавление приёмов пищи в дневник питания</a:t>
            </a:r>
          </a:p>
          <a:p>
            <a:pPr algn="just"/>
            <a:r>
              <a:rPr lang="ru-RU" dirty="0"/>
              <a:t>Добавление новых продуктов в общую базу</a:t>
            </a:r>
          </a:p>
          <a:p>
            <a:pPr algn="just"/>
            <a:r>
              <a:rPr lang="ru-RU" dirty="0"/>
              <a:t>Ведение истории питания по дням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СРЕДА РАЗРАБОТКИ</a:t>
            </a:r>
            <a:br>
              <a:rPr lang="ru-RU" dirty="0"/>
            </a:br>
            <a:r>
              <a:rPr lang="en-US" dirty="0"/>
              <a:t>Microsoft Visual Studio 2022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Поддержка множества языков программирования (C++, C#, Python и др.)</a:t>
            </a:r>
          </a:p>
          <a:p>
            <a:pPr algn="just"/>
            <a:r>
              <a:rPr lang="ru-RU" dirty="0"/>
              <a:t>Разнообразные проектные шаблоны</a:t>
            </a:r>
          </a:p>
          <a:p>
            <a:pPr algn="just"/>
            <a:r>
              <a:rPr lang="ru-RU" dirty="0"/>
              <a:t>Мощные инструменты отладки и профилирования</a:t>
            </a:r>
          </a:p>
          <a:p>
            <a:pPr algn="just"/>
            <a:r>
              <a:rPr lang="ru-RU" dirty="0"/>
              <a:t>Интеграция с Git, Microsoft Azure, Docker и другими сервисами</a:t>
            </a:r>
          </a:p>
          <a:p>
            <a:pPr algn="just"/>
            <a:r>
              <a:rPr lang="ru-RU" dirty="0"/>
              <a:t>Расширяемость путём установки плагинов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ГЛАВНОЕ МЕНЮ ПРОГРАММЫ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400"/>
            <a:ext cx="7659625" cy="301413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ОКНО ПОИСКА ПРОДУКТОВ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78303"/>
            <a:ext cx="5944430" cy="4363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РАЗМЕЩЕНИЯ ДАННЫХ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69999"/>
            <a:ext cx="4173163" cy="52110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ФУНКЦИОНАЛЬНАЯ МОДЕЛЬ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93664"/>
            <a:ext cx="7095066" cy="44547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КОМПЬЮТЕРУ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процессор: </a:t>
            </a:r>
            <a:r>
              <a:rPr lang="en-US" dirty="0"/>
              <a:t>Intel/AMD x86-64</a:t>
            </a:r>
            <a:r>
              <a:rPr lang="ru-RU" dirty="0"/>
              <a:t>, 1 ГГц и выше</a:t>
            </a:r>
            <a:r>
              <a:rPr lang="en-US" dirty="0"/>
              <a:t>;</a:t>
            </a:r>
          </a:p>
          <a:p>
            <a:r>
              <a:rPr lang="ru-RU" dirty="0"/>
              <a:t>объем оперативной памяти: 512 МБ и выше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свободного места на жестком диске: не менее 10 МБ;</a:t>
            </a:r>
          </a:p>
          <a:p>
            <a:r>
              <a:rPr lang="ru-RU" dirty="0"/>
              <a:t>операционная система: </a:t>
            </a:r>
            <a:r>
              <a:rPr lang="ru-RU" dirty="0" err="1"/>
              <a:t>Windows</a:t>
            </a:r>
            <a:r>
              <a:rPr lang="ru-RU" dirty="0"/>
              <a:t> 7/10/11 (64-bit);</a:t>
            </a:r>
          </a:p>
          <a:p>
            <a:r>
              <a:rPr lang="ru-RU" dirty="0"/>
              <a:t>наличие </a:t>
            </a:r>
            <a:r>
              <a:rPr lang="en-US" dirty="0"/>
              <a:t>Visual C++ Redistributable</a:t>
            </a:r>
            <a:r>
              <a:rPr lang="ru-RU" dirty="0"/>
              <a:t>;</a:t>
            </a:r>
          </a:p>
          <a:p>
            <a:r>
              <a:rPr lang="ru-RU" dirty="0"/>
              <a:t>клавиатура IBM PC любой модификации.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77334" y="0"/>
            <a:ext cx="3854528" cy="6858000"/>
          </a:xfrm>
        </p:spPr>
        <p:txBody>
          <a:bodyPr anchor="ctr">
            <a:normAutofit/>
          </a:bodyPr>
          <a:lstStyle/>
          <a:p>
            <a:r>
              <a:rPr lang="ru-RU" sz="4000" dirty="0"/>
              <a:t>ПРИМЕР КОДА ПРОГРАММЫ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760461" y="0"/>
            <a:ext cx="7431539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double CalculateTDEE()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if (gender == Male)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	return (10 * weight + 6.25 * height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		- 5 * age + 5) * getActivityFactor();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else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	return (10 * weight + 6.25 * height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		- 5 * age - 161) * getActivityFactor();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void getPFCnorm(double&amp; protein,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double&amp; fat, double&amp; carbs)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double TDEE = CalculateTDEE();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protein = (TDEE * 0.3) / 4.0;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fat = (TDEE * 0.25) / 9.0;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carbs = (TDEE * 0.45) / 4.0;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 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процессе разработки:</a:t>
            </a:r>
          </a:p>
          <a:p>
            <a:r>
              <a:rPr lang="ru-RU" dirty="0"/>
              <a:t>Было приложено максимум усилий для создания качественного и лёгкого в использовании программного продукта, который отвечал бы заданным требованиям</a:t>
            </a:r>
            <a:r>
              <a:rPr lang="en-US" dirty="0"/>
              <a:t>;</a:t>
            </a:r>
          </a:p>
          <a:p>
            <a:r>
              <a:rPr lang="ru-RU" dirty="0"/>
              <a:t>Был изучен новый материал по работе с файлами, структурами данных и объектно-ориентированным программированием.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389</Words>
  <Application>Microsoft Office PowerPoint</Application>
  <PresentationFormat>Широкоэкранный</PresentationFormat>
  <Paragraphs>66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Аспект</vt:lpstr>
      <vt:lpstr>Презентация PowerPoint</vt:lpstr>
      <vt:lpstr>ИНФОРМАЦИОННАЯ БАЗА ПРОЕКТА</vt:lpstr>
      <vt:lpstr>АКТУАЛЬНОСТЬ ПРОГРАММЫ</vt:lpstr>
      <vt:lpstr>ТРЕБОВАНИЯ, ПРЕДЪЯВЛЯЕМЫЕ К ПРОДУКТАМ ПОДОБНОГО ВИДА</vt:lpstr>
      <vt:lpstr>Презентация PowerPoint</vt:lpstr>
      <vt:lpstr>СРЕДА РАЗРАБОТКИ Microsoft Visual Studio 2022</vt:lpstr>
      <vt:lpstr>ГЛАВНОЕ МЕНЮ ПРОГРАММЫ</vt:lpstr>
      <vt:lpstr>ОКНО ПОИСКА ПРОДУКТОВ</vt:lpstr>
      <vt:lpstr>СХЕМА РАЗМЕЩЕНИЯ ДАННЫХ</vt:lpstr>
      <vt:lpstr>ФУНКЦИОНАЛЬНАЯ МОДЕЛЬ</vt:lpstr>
      <vt:lpstr>ТРЕБОВАНИЯ К КОМПЬЮТЕРУ</vt:lpstr>
      <vt:lpstr>ПРИМЕР КОДА ПРОГРАММЫ</vt:lpstr>
      <vt:lpstr>ЗАКЛЮЧЕНИЕ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Константин Волосюк</dc:creator>
  <cp:lastModifiedBy>User492</cp:lastModifiedBy>
  <cp:revision>13</cp:revision>
  <dcterms:created xsi:type="dcterms:W3CDTF">2023-06-20T12:14:00Z</dcterms:created>
  <dcterms:modified xsi:type="dcterms:W3CDTF">2026-06-17T20:30:23Z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53DA08C7E8ED4E2CB68CE183B71F1A14</vt:lpwstr>
  </property>
  <property fmtid="{D5CDD505-2E9C-101B-9397-08002B2CF9AE}" pid="3" name="KSOProductBuildVer">
    <vt:lpwstr>1049-11.2.0.11537</vt:lpwstr>
  </property>
</Properties>
</file>